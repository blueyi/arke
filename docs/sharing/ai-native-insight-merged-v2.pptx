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总目录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74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Microsoft YaHei"/>
              </a:rPr>
              <a:t>Chapter 01 ·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9385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38D1B8"/>
                </a:solidFill>
                <a:latin typeface="Consolas"/>
              </a:rPr>
              <a:t>03–09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Microsoft YaHei"/>
              </a:rPr>
              <a:t>Chapter 02 · Industry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6243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38D1B8"/>
                </a:solidFill>
                <a:latin typeface="Consolas"/>
              </a:rPr>
              <a:t>12–24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Microsoft YaHei"/>
              </a:rPr>
              <a:t>Chapter 03 · Progress &amp;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3101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38D1B8"/>
                </a:solidFill>
                <a:latin typeface="Consolas"/>
              </a:rPr>
              <a:t>27–32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9592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Microsoft YaHei"/>
              </a:rPr>
              <a:t>Chapter 04 · Arke Mapping &amp; TODOs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959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38D1B8"/>
                </a:solidFill>
                <a:latin typeface="Consolas"/>
              </a:rPr>
              <a:t>35–44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AF2FA"/>
                </a:solidFill>
                <a:latin typeface="Microsoft YaHei"/>
              </a:rPr>
              <a:t>Chapter 01 · 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FB5C9"/>
                </a:solidFill>
                <a:latin typeface="Microsoft YaHei"/>
              </a:rPr>
              <a:t>为什么需要这份洞察？变化驱动、基线失效、评价标准与输出形态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01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AF2FA"/>
                </a:solidFill>
                <a:latin typeface="Microsoft YaHei"/>
              </a:rPr>
              <a:t>为什么需要这份洞察？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FB5C9"/>
                </a:solidFill>
                <a:latin typeface="Microsoft YaHei"/>
              </a:rPr>
              <a:t>AI 原生算子生成与调优正在从“写代码”走向“做决策 + 可验证闭环”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本章大纲（我们要解释的 4 件事）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389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389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为什么“现在”必须做系统洞察（硬件×工作负载×工程）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传统路径的失效点：人写/规则/纯 autotune/LLM 直写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我们如何评估方案：正确性/性能/成本/可迁移/可运营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洞察输出：用案例证据抽象出趋势→进展→难题→构建方案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Why Now：三重驱动导致“kernel 规模化危机”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硬件异构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SIMT → SIMD → 多类 NPU / DSA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代际更快，优化碎片化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同一算子：不同硬件要不同策略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70332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C55C"/>
                </a:solidFill>
                <a:latin typeface="Microsoft YaHei"/>
              </a:rPr>
              <a:t>工作负载复杂化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Attention/MLA/GQA/MoE 成为主战场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融合组合爆炸（L2/L3）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动态 shape 常态化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828800"/>
            <a:ext cx="370332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6E6E"/>
                </a:solidFill>
                <a:latin typeface="Microsoft YaHei"/>
              </a:rPr>
              <a:t>工程成本结构变化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专家稀缺，需求倍增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验证/回归成本上升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“写一个 kernel”→“维护一个生态”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结论：kernel 优化从“单点手艺活”变成“规模化系统工程”，必须用可验证闭环与可迁移知识资产承载。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传统路径的失效点：4 类基线各自卡住什么？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5087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D1B8"/>
                </a:solidFill>
                <a:latin typeface="Microsoft YaHei"/>
              </a:rPr>
              <a:t>人工手写/调优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不可扩展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专家稀缺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回归维护难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109728" cy="15087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2C55C"/>
                </a:solidFill>
                <a:latin typeface="Microsoft YaHei"/>
              </a:rPr>
              <a:t>纯 autotune /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搜索空间爆炸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启发式难泛化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缺“知识注入”接口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09728" cy="150876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直写 Triton/CUDA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正确性不稳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token 成本高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调试链路长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109728" cy="150876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库/编译器黑盒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长尾覆盖差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不可解释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跨硬件/定制受限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洞察价值：把“如何规模化产出/验证/沉淀 kernel”抽象成通用机制，而不是某个技巧。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接下来：用 7 个业界系统案例，提炼正在收敛的趋势与尚未解决的难题。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评估维度：一个“可落地”的系统必须同时满足什么？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编译通过 + 数值一致 + 回归可测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接近 roofline / vendor library，且方差可控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28800"/>
            <a:ext cx="109728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Consolas"/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token / compile / profile 预算可控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109728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B8FF"/>
                </a:solidFill>
                <a:latin typeface="Consolas"/>
              </a:rPr>
              <a:t>Generality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动态 shape + 多算子组合 + 多场景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4290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跨硬件（NVIDIA/Ascend/AMD…）策略可迁移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8" y="34290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Operability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可观测、可回滚、可复现、可审计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这些维度将作为后续“案例趋势 → 难题 → Arke 对齐”的统一坐标系。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洞察的输出形态：从案例证据到可构建的技术路线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480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先看案例：KernelEvolve / KernelAgent / AutoKernel / K-Search / AVO / CuTeGen / KernelGen-LM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再抽象趋势：search 化、工具化、硬件信号化、稳定抽象层、知识注入与沉淀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再总结进展：哪些机制已被证明有效（可复现的工程模式）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再总结难题：哪些问题仍缺“体系化解决”（策略资产化、跨硬件迁移、动态 shape 等）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最后引出构建：用语言/IR/工具链/agent 四件套把优势固化、把难题逐条击穿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Next：进入业界案例（7 个系统）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下一章将逐一拆解 7 个 LLM-driven kernel 系统：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每方案：技术架构图 + 关键技术特征 + 与 Arke 的对照点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之后：提炼共性进展 &amp; 关键难题，为 Arke 设计对齐铺垫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AF2FA"/>
                </a:solidFill>
                <a:latin typeface="Microsoft YaHei"/>
              </a:rPr>
              <a:t>Chapter 02 · Industry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FB5C9"/>
                </a:solidFill>
                <a:latin typeface="Microsoft YaHei"/>
              </a:rPr>
              <a:t>7 个 LLM-driven kernel generation/optimization 代表系统：架构与特征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F2FA"/>
                </a:solidFill>
                <a:latin typeface="Microsoft YaHei"/>
              </a:rPr>
              <a:t>LLM-Driven Kernel Generation /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C55C"/>
                </a:solidFill>
                <a:latin typeface="Microsoft YaHei"/>
              </a:rPr>
              <a:t>7 个代表方案的技术架构与关键特征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基于公开论文 / 官方博客 / 开源仓库抽象，不引入未证实细节。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为什么业界都在做 LLM-driven kernels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128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 one-shot 到 search+verify+profile 的收敛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61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7 个代表方案逐一拆解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358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每个方案：架构流水 + 关键技术特征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844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汇总矩阵 + 优劣势速览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5876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按维度归纳差异点与共性收敛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演进趋势与 Arke 呼应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817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从自由代码搜索 → 结构化决策 + 多层 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个代表方案一览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KernelEvolve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· ISCA'26 · 生产级异构 + RAG + 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688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KernelFalcon + KernelAgent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603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· Deep Agents + HW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3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7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KernelGen-LM (AscendKernelGen)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5467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· 领域模型 + SFT/RLEF + NPU DSL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59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657599"/>
            <a:ext cx="109728" cy="5120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3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AutoKernel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74903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RightNow AI · autoresearch loop + dual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5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5195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4339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K-Search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34339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UC Berkeley · co-evolving world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4631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9377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AVO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9377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NVIDIA · agentic variation operators + evolution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406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4406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5321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CuTeGen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5321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UofT · CuTe abstraction + progressive 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KernelEvolve · Meta 生产级异构 Agent Kernel 编写（ISCA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Platforms · arXiv 2512.23236 · ISCA 2026 · 生产部署 · KernelBench 250/250 PASS · ATen 160 ops × 3 HW · 最高 17× vs PyTorch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Hardware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RAG 注入硬件手册/ISA/优化模板（含专有架构）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LLM Synthesizer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多 DSL 候选：Triton/CuTe/FlyDSL/CUDA/HIP/MTIA C++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Tree Search +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把优化视为搜索问题，维护自改进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Job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规模化并行 compile + profile +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RAG Prompt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运行时上下文 → 动态 prompt 合成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Deployment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生产化入链 · DLRM/Ads 推理吞吐提升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Search-based（非 one-shot）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覆盖多抽象层与多语言（DSL→CUDA/HIP→专有 C++）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RAG 硬件知识库：将“缺训练语料”的专有硬件纳入优化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异构规模化：NVIDIA / AMD / MTIA / CPU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验证依赖 job-harness（compile/正确性/性能）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KernelFalcon + KernelAgent · PyTorch Deep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Team · github.com/meta-pytorch/KernelAgent · KernelBench L1/L2/L3 250/250 · 1.56× vs torch.compile · 89% H100 roofline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确定性编排（Python control plane）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FuserAgent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Code-to-code 融合，保持 PyTorch 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ExtractorAgent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子图边界 + shape contract → JSON 合同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Dispatcher+Workers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并行 Triton kernel 合成 + early-win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Profiler/Judge/Analyze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NCU + roofline + LLM bottleneck 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Composer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用合成 kernel 重建 forward 端到端替换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Deep-agent 分层：任务分解→并行探索→验证门禁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Deterministic orchestration：把控制逻辑从 LLM 拿出来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Grounded tool use：每步经编译器与硬件信号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Hardware-guided loop：NCU/roofline 指导优化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输出为 Triton（仍是自由代码空间）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KernelGen-LM / AscendKernelGen · NPU 领域模型（PCL,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/ 中山大学 / 华为 · arXiv 2601.07160 · Ascend NPU · AscendC DSL · L2 编译成功率 0%→95.5% (Pass@10)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Ascend-CoT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真实 kernel + 文档推理 + 代码推理链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KernelGen-LM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Qwen3 backbone · NPU-aware SFT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RLEF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执行反馈强化：compile/正确性/性能信号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NPUKernelBench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编译/正确性/性能三维评测，难度分层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Generate-Eval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候选→硬件执行→反馈→再生成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Open Artifacts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开源数据/权重/评测工件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走“训一个领域模型”路线：知识进入权重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强耦合单硬件（AscendC/昇腾）换取深度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将 DSL 数据稀缺用 CoT + RLEF 填补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评测一等公民：编译/正确性/性能全量指标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跨硬件迁移能力有限（需要再训/再适配）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AutoKernel · Autoresearch for GPU kernels（RightNow AI,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2603.21331 · github.com/RightNow-AI/autokernel · H100：RMSNorm 5.29× / softmax 2.82× / cross-entropy 2.21× vs eager · dual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torch.profiler 定位瓶颈，Amdahl 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瓶颈算子抽取为独立 kernel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Optimize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agent edit → fixed bench → keep/revert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Dual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Triton（快迭代）+ CUDA C++（深硬件）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Correctness Harness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5-stage correctness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6-tier playbook（长 instructions）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autoresearch 闭环：可长时间无人值守探索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Amdahl 优先级：先优化“影响最大”的 kernel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双后端：迭代速度与极限性能兼顾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知识注入以 playbook 为主（提示工程资产）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优化粒度是“编辑文件”，缺少 IR 级可逆决策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K-Search · Co-Evolving Intrinsic World Model（UC Berkeley,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2602.19128 · github.com/caoshiyi/K-Search · FlashInfer GQA/MLA/MoE：平均 2.10× / MoE 最高 14.3× · GPUMode TriMul H100 SOTA 1030μs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Problem→Search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 kernel 生成视作规划问题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World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LLM 估计状态转移与价值，指导搜索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Plan↔Codegen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显式解耦高层策略与低层实现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Co-Evolving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世界模型随搜索共同演化（优先级/假设）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Stagnation-Aware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无提升自动切换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Exec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执行反馈更新 world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 LLM 从“生成器”升级为“世界模型/规划器”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策略/实现解耦：对临时编译失败更鲁棒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复杂 kernel 优势显著（MoE/MLA/GQA）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世界模型大多隐式在 LLM 内部（难跨 session 持久化）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输出仍是自由代码空间（Triton/CUDA）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AVO · Agentic Variation Operators（NVIDIA,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2603.24517 · Blackwell B200 · MHA 7 天连续演化 · 超 cuDNN 3.5% / 超 FlashAttention-4 10.5% · GQA 迁移 30min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EA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population/lineage 演化搜索骨架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Vary()=Agent()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把变异算子替换为自主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Self-directed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propose→repair→critique→verify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Domain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硬件规约 + 现有实现（FA4/CUTLASS）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Exec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性能/正确性反馈驱动下一轮变异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Long-horizon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长周期演化发现微架构级优化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把“变异算子”本身升级为 agent（从 pipeline → agent）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在 attention 上逼近/超过专家实现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长周期/高预算：探索深但 token/算力成本高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知识多依赖外部 KB（手工维护成本）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输出多为 CUDA/C++ 级实现（门槛高）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08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CuTeGen · LLM × CuTe 抽象层（U. Toronto,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2604.01489 · CUTLASS v4.3 (CuTe) · 12 matmul + 14 activation kernels · generate–test–refine · 渐进精炼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Initial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PyTorch reference + CuTe 示例作为锚点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Single-kernel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精炼一个进化 kernel（非大规模搜索）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Exec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每次改动 compile + ref 对拍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Structured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失败走结构化模板而非纯报错粘贴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Staged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先正确性再性能，逐步加压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Delayed 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profile 反馈后置注入减少早期噪声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关键选择：用 CuTe 作为稳定抽象层（比 CUDA 易迭代）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单 kernel 渐进精炼：token 成本更可控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对性能关键结构（tiling/data-movement）更显式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仍是 C++ 模板体系（非 LLM-native 表示）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跨硬件与知识沉淀机制较弱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方案 × 9 维度特征矩阵（概览）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219679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1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2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LLM角色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3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知识注入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4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5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目标语言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06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硬件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77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沉淀介质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5048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成果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865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1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Tree+State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2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3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4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5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Multi-DSL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06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Hetero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77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5048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346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895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1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Deep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2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多Agent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3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4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35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06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1777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5048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33756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3924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KernelGen-LM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1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2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领域LM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8693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4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Bench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35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06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77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35048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95.5%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84048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389534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AutoKernel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Autoresearch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2151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Edit/Keep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5422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8693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Playbook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4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35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Triton+CUDA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06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01777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Artifacts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35048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5.29×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34340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3982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K-Search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0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1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 Tree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5422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WorldModel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68693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Prior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4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Exec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35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Triton/CUDA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68506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01777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35048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14.3×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48463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9011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0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Evolution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02151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Lineage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35422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VarOp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68693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01964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Verify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35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CUDA/C++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8506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B200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1777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35048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FA4+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3492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54041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CuTeGen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68880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02151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Single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5422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生成+调试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3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 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1964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35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68506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01777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35048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GEMM/Act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11 / 13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共性进展 vs 关键难题（为 Arke 对齐做铺垫）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66928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6634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好的进展（已被验证有效）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 one-shot 走向 search / evolve / autoresearch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验证门禁：compile→correctness→perf 的 gating 收敛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硬件信号进入 loop：NCU/roofline/metrics 驱动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并行探索 + early-win：多 worker 稳定提升成功率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选择稳定抽象层（Triton/CuTe）降低迭代成本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109728" cy="466344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Microsoft YaHei"/>
              </a:rPr>
              <a:t>关键难题（仍未体系化解决）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知识沉淀介质：RAG/权重/模板/日志，难跨硬件迁移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策略与实现仍耦合在自由代码里（难审计、难回滚）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动态 shape 与泛化：正确性与性能同时保证困难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从单 kernel 到模型级自治优化：bottleneck→再优化→回归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Triton 抽象天花板：更深层（寄存器/屏障/指令）决策难表达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token/预算治理：长会话稳定性与成本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12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演进方向：从自由代码搜索 → 结构化决策 + 多层 IR（与 Arke 呼应）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1：LLM 从“写代码”→“做决策”（bounded decision search）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2：语义/策略解耦，从单层代码到多层可验证 IR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3：验证器前移：V0 快剪枝 + V1 数值 + V2 性能闭环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4：知识显式化：从权重/模板/日志 → 可迁移的 rationale/trajectory 资产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5：多后端与多硬件：同一语义，多策略适配不同目标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下一章（Arke 设计）将逐条对齐这些趋势与难题，并把未覆盖点列为 TODO。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AF2FA"/>
                </a:solidFill>
                <a:latin typeface="Microsoft YaHei"/>
              </a:rPr>
              <a:t>Chapter 03 · Progress &amp; Challenges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FB5C9"/>
                </a:solidFill>
                <a:latin typeface="Microsoft YaHei"/>
              </a:rPr>
              <a:t>从案例抽象：好进展与关键难题（H1–H10 → 能力清单）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 7 个方案抽象：好进展 &amp; 关键难题清单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目标：把“案例证据”抽象成可执行的技术问题列表，为下一章 Arke 对齐与 TODO 做输入。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输入：KernelEvolve / KernelAgent / AutoKernel / K-Search / AVO / CuTeGen / KernelGen-LM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1：已被证实有效的工程模式（可复用）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2：仍未体系化解决的难题（H1–H10）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3：面向目标态的能力清单（能力缺口 = TODO）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好进展（What’s working）：业界已验证有效的 8 个模式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7548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607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P1  从 one-shot 走向 search / evolve / autoresearch（规模化探索是必须）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P2  验证门禁成为共识：compile → correctness → performance 的 gated loop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P3  硬件信号进入 loop：NCU / roofline / metrics 驱动优化方向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P4  并行探索 + early-win：multi-worker 显著提高成功率与收敛速度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P5  选择稳定抽象层（Triton / CuTe / DSL）降低迭代难度与幻觉概率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P6  显式知识注入：RAG 硬件手册 / playbook / prompt template 成标配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P7  模型/算子级“目标函数”被工程化：Amdahl 排序、端到端收益可解释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P8  复现与可观测性开始成体系：artifact、trajectory、benchmark 固化流程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策略与实现仍耦合在自由代码里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难审计、难回滚、难迁移；好的策略会被临时编译失败“误杀”。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知识沉淀介质不统一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RAG / 权重 / 模板 / 日志各自为政；跨硬件迁移缺客观度量。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动态 shape 的泛化与性能并存困难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shape guard / specialization / cache 策略缺统一抽象。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跨硬件（SIMT↔SIMD）复用成本高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硬件约束差异导致策略重写；需要 target-aware 决策层。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Triton 抽象天花板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更深层（寄存器/屏障/指令调度）优化难表达。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搜索成本与 token 成本失控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长周期演化（如 7 天）昂贵；缺预算治理与状态压缩规范。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从单 kernel 到模型级自治优化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bottleneck 定位→回灌优化→回归验证 尚未产品化。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评测维度不全导致“假提升”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只看单 kernel latency 会牺牲端到端；需 BL6 类模型级指标。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可组合性与融合边界难题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子图合同/融合边界抽取不稳定；需要语义层合约。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安全与可控性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自由代码生成风险（UB/越界/资源滥用）；需要可验证的动作空间。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从难题反推能力：目标态系统需要具备什么？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能力清单（对应 H1–H10）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C1  语义合约层：可组合、可融合、可对拍（解决 H1/H9）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C2  策略资产层：可审计、可回滚、可迁移（解决 H1/H2/H10）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C3  多级验证器：V0 快剪枝 + V1 数值 + V2 性能（解决 H2/H8/H10）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C4  符号维度与动态 shape：推断/约束/特化/缓存统一（解决 H3）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C5  多后端路径：Triton 快迭代 + MLIR/LLVM 深控制（解决 H5）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C6  成本治理：budget / compact / caching（解决 H6）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C7  模型级自治循环：profile bottleneck → optimize → regress（解决 H7/H8）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C8  跨硬件知识迁移机制：目标相关策略 + 可度量迁移收益（解决 H4/H2）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结论：下一章把 C1–C8 映射到 Arke 四件套，并列出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Arke 作为“AI 原生算子编译栈”，应覆盖 C1–C8 的大部分能力。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凡是当前设计/实现未覆盖或缺验证指标的点，将以 TODO 标注（并给出建议验收方式）。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按 Phase/Gate（BL/OT/ST/L）把能力落到可度量路径上，避免停留在趋势叙事。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AF2FA"/>
                </a:solidFill>
                <a:latin typeface="Microsoft YaHei"/>
              </a:rPr>
              <a:t>Chapter 04 · Arke Mapping &amp; TODOs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28016" cy="12801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FB5C9"/>
                </a:solidFill>
                <a:latin typeface="Microsoft YaHei"/>
              </a:rPr>
              <a:t>Arke 技术构建：逐条对齐进展与难题，并把未覆盖点标为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对齐：承接业界进展、解决关键难题，并显式列出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AF2FA"/>
                </a:solidFill>
                <a:latin typeface="Microsoft YaHei"/>
              </a:rPr>
              <a:t>输入：Chapter 02/03 的 7 方案洞察 + H1–H10 难题清单。
输出：逐条映射到 Arke 四件套设计；未覆盖点标为 TODO（含验证方式）。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058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对齐目标：用「可验证的结构化系统」替代「自由代码搜索」的不可控成本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落地优先：首场景 = AI 算力下的算子自动生成与调优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工程标准：Gate/Benchmark 驱动，保证可复现、可回归、可运营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10 · 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整体技术架构 · 从用户入口到硬件执行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用户入口层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Language 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solidFill>
            <a:srgbClr val="18355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2C55C"/>
                </a:solidFill>
                <a:latin typeface="Microsoft YaHei"/>
              </a:rPr>
              <a:t>IR 层（四层）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AB8FF"/>
                </a:solidFill>
                <a:latin typeface="Microsoft YaHei"/>
              </a:rPr>
              <a:t>Agent &amp; Compiler Toolchain 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Backend 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硬件执行层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.ak 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774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自然语言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CLI 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546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Python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423160"/>
            <a:ext cx="914400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Arke Language v2  ·  kernel { semantics }  +  strategy { @rationale decisions }  ·  where 符号维度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L4  SemanticIR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what to 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774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L3  StrategyIR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774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how to optimize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L2  ScheduleIR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schedule mapping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9546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L1  InstructionIR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546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near-LLVM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136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← LLM 参与度：主作者  /  主决策者  /  review only  /  不参与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434840"/>
            <a:ext cx="411480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Agent  ·  Bounded Action Space
Tool-Use API · Budget · Trajectory · @rationale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434840"/>
            <a:ext cx="484632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Compiler Toolchain  ·  OpRegistry · Pass Pipeline · BackendRegistry
V0 静态 · V1 数值 · V2 性能  三级验证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 (Phase 1–2)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4736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Dialect  (Phase 3)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584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 (Phase 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NVIDIA GPU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774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Huawei Ascend NPU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AMD GPU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546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未来 NPU / DSA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四件套能力一览：Language × IR × Compiler Toolchain ×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82880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AI-Native DSL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算子级抽象 · where 符号维度 · strategy/annotation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LLM 可读写 · token 经济 · 入口统一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978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9787" y="182880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838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838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Multi-Layer 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Semantic / Strategy / Schedule / Instruction 四层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按 LLM 参与度分层，策略可搜索、可回滚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182880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Registry + Pass + Verifier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OpRegistry SSOT · Pass Pipeline · BackendRegistry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V0/V1/V2 三级验证 · checkpoint/rollback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06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9067" y="1828800"/>
            <a:ext cx="269748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766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766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Bounded Action + Tool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list_legal_actions → apply_decision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budget / compact / trajectory /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承接业界好进展（P1–P8）→ Arke 设计落点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P1 搜索化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5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Agent loop + check/rollback，把优化建模为可迭代决策序列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4144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P2 验证门禁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3288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V0(&lt;1ms) / V1(数值) / V2(性能) 三级验证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0837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0837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9981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P3 硬件信号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9981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get_hw_profile + compile_and_profile 作为工具协议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3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75303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6674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P4 并行探索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66743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（TODO）并行 worker / beam-search 编排接口标准化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42231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142231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33671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P5 稳定抽象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33671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SemanticIR/StrategyIR 作为稳定中间层，下接 Triton/MLIR/LLVM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0915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70915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0059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P6 知识注入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80059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@rationale + 可检索的 KB（逐步替代纯 prompt 模板）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27608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27608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6752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P7 目标函数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6752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Benchmark BL/OT/ST/L + Gate 出口标准（可运营）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4301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84301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93445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P8 可观测性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93445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trajectory JSONL / report / artifacts 作为一等产物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Semantic/Strategy 分离 + Strategy IR（可回滚可审计）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将自由代码优化转为 legal_actions 枚举的完备性评估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@rationale 作为一等字段 + trajectory JSONL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构建可检索 rationale KB（索引/相似度/跨硬件迁移评估）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where + symbolic dimension system + conditional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动态 shape specialization 策略与 cache 设计的基准化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target-aware strategy + BackendRegistry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跨硬件 lift 的量化实验（≥10%）与失败模式归因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Phase 3 MLIR / Phase 4 LLVM IR 路线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L2/L3 决策空间（memory/warp/register/barrier）的 action schema 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budget（decisions/compiles）+ prompt cache/compact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 session 的长期记忆与压缩策略（不丢 ground truth）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Benchmark BL6 + Gate 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模型级 bottleneck→再优化→回归 的产品化闭环（orchestrator）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BL/OT/ST/L 基准体系 + 多 baseline（P0–P5）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端到端指标（吞吐/延迟/内存）统一报表与回归门禁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SemanticIR 的组合性 + StrategyIR 的融合决策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融合边界自动发现 + 语义合约（subgraph contract）标准化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Bounded Action Space + V0 静态验证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动作空间安全策略（资源上限/越界/并发）与 sandbox 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11 · 件套架构 ·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.ak 源文件  →  Parser  →  AST  →  SemanticIR / StrategyIR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.ak 源文件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 { ... }
strategy { @rationale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6535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6535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7975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Lexer +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7975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EBNF 文法  ·  正则词法
歧义 0 · token 最小化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46807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3623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3623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5063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5063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kernel_def · strategy_def
where_clause · @rationale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93895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50711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0711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2151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Resolver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151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Op Registry 查表
符号维度求解 · 类型推断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40983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97799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7799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239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4
SemanticIR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239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纯数学 DAG
SSA by construction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8071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4488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44887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632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3
StrategyIR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632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决策列表 + @rationale
可枚举 · 可回滚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35159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" y="3749039"/>
            <a:ext cx="10881360" cy="2560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核心设计要素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算子级抽象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不暴露 loop / thread / memory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语义 / 策略双段式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kernel vs strategy 句法级切开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Universal 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语言不枚举算子 · Op Registry 注入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符号维度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where B: dynamic(max=64) 一等公民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3484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@rationale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每决策强制带自然语言理由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Token 最小化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8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`.ak` 72 tokens · Triton 1102 tokens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42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12 · 件套架构 ·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多层 IR · 职责 × LLM 参与度 × 验证点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IR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承载内容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LLM 参与度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83080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主验证级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109728" cy="6400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Layer 4 · SemanticIR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359152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35915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纯数学 DAG · SSA 不可变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3591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主作者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359152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V1 数值参考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2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07792"/>
            <a:ext cx="109728" cy="6400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72384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Layer 3 · StrategyIR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072384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0723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决策列表 · @rationale · 可回滚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3072384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主决策者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072384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 静态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21024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621024"/>
            <a:ext cx="109728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785616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AB8FF"/>
                </a:solidFill>
                <a:latin typeface="Microsoft YaHei"/>
              </a:rPr>
              <a:t>Layer 2 · ScheduleIR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378561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怎么映射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785616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thread / block / warp /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78561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3785616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V0+V2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34256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34256"/>
            <a:ext cx="109728" cy="6400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Layer 1 · InstructionIR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449884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怎么成指令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49884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近 LLVM 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49884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不参与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4498848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V2 性能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9FB5C9"/>
                </a:solidFill>
                <a:latin typeface="Microsoft YaHei"/>
              </a:rPr>
              <a:t>↓  lowering 方向  ↓     LLM 参与度递减      V0→V1→V2 验证递进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MLIR Standard Dialects (linalg / transform / scf / gpu)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LLVM IR  →  PTX / ISA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13 · 件套架构 · Compiler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OpRegistry（SSOT）× Pass Pipeline × BackendRegistry × 三级验证器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96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ShapeInference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782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7842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SemanticVerify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8698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718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StrategyLower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9574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9594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0450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047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Codegen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1326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134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Profile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20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0907" y="265176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Pass Pipeline  ·  Analysis  /  Transform  /  Verification 三族 · 可组合 · 可替换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737360"/>
            <a:ext cx="10881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8562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OpRegistry  ·  Single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7627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signature · shape_rule · template_hint · reference_impl · input_gen · attrs · strategy_space · hw_variants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95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7832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8708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0460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133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9728" cy="7315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BackendRegistry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937760"/>
            <a:ext cx="91440" cy="9144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V0  静态 · &lt;1ms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类型 / Shape / SSA / HW constraint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937760"/>
            <a:ext cx="91440" cy="9144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V1  数值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SemanticInterpreter + 参考对拍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80" y="4937760"/>
            <a:ext cx="91440" cy="9144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V2  性能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compile + profile + P0~P5 baseline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门禁顺序  ·  Function ▸ Accuracy ▸ Performance    /    Checkpoint · Rollback · 让 LLM 「大胆试、安全退」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14 · 件套架构 · Agent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LLM ↔ ArkeEnv 结构化闭环  ·  Tool-Use × Budget ×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41148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Decides (not generates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077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analyze kernel  ·  read HW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list_legal_actions()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0507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apply_decision(... @rationale)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8056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537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verify → compile →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2920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02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0235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iterate  /  rollback  /  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310896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1828800"/>
            <a:ext cx="109728" cy="41148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ArkeEnv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317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Verifies + Executes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2834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880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analyze_compute / get_hw_profile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2918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list_legal_actions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37490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794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apply_decision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42062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2519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verify_correctness  (V1)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46634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47091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compile_and_profile (V2)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120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5166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checkpoint / rollback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66160" y="2926080"/>
            <a:ext cx="4937760" cy="0"/>
          </a:xfrm>
          <a:prstGeom prst="line">
            <a:avLst/>
          </a:prstGeom>
          <a:ln w="19050">
            <a:solidFill>
              <a:srgbClr val="EF6E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566160" y="4206240"/>
            <a:ext cx="4937760" cy="0"/>
          </a:xfrm>
          <a:prstGeom prst="line">
            <a:avLst/>
          </a:prstGeom>
          <a:ln w="19050">
            <a:solidFill>
              <a:srgbClr val="7AB8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66160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F6E6E"/>
                </a:solidFill>
                <a:latin typeface="Microsoft YaHei"/>
              </a:rPr>
              <a:t>tool_use  (structured API)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224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7AB8FF"/>
                </a:solidFill>
                <a:latin typeface="Microsoft YaHei"/>
              </a:rPr>
              <a:t>tool_result (legal actions · verification · profile)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40" y="4846320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94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Optimization State  ·  Ground Truth 不被压缩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8620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Strategy IR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0634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Compile Results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Decision Log + @rationale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662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Budget  (decisions / compiles)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双模集成  ·  Mode A 内置 (CLI / Python API)    /    Mode B 外部 (Cursor · Claude Code · OpenClaw)    ·    Trajectory JSONL 全量落盘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参考链接（论文 &amp; Repo）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74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KernelEvolve (arXiv)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1051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https://arxiv.org/abs/2512.23236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12848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KernelEvolve (Meta 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https://engineering.fb.com/2026/04/02/developer-tools/kernelevolve-how-metas-ranking-engineer-agent-optimizes-ai-infrastructure/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88336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614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KernelAgent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6148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https://github.com/meta-pytorch/KernelAgent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63824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369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KernelFalcon blog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3697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https://pytorch.org/blog/kernelfalcon-autonomous-gpu-kernel-generation-via-deep-agents/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39312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124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KernelAgent blog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71246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https://pytorch.org/blog/kernelagent-hardware-guided-gpu-kernel-optimization-via-multi-agent-orchestration/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AutoKernel (arXiv)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8795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https://arxiv.org/abs/2603.21331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90288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AutoKernel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663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https://github.com/RightNow-AI/autokernel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65776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38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K-Search (arXiv)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1389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https://arxiv.org/abs/2602.19128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41264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144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K-Search 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61441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https://github.com/caoshiyi/K-Search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6016752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0899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AVO (arXiv)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608990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https://arxiv.org/abs/2603.24517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6492240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65653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CuTeGen (arXiv)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656539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https://arxiv.org/abs/2604.01489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6967728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7040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AscendKernelGen (arXiv)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70408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https://arxiv.org/abs/2601.07160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7443216"/>
            <a:ext cx="10515600" cy="40233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75163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2C55C"/>
                </a:solidFill>
                <a:latin typeface="Microsoft YaHei"/>
              </a:rPr>
              <a:t>Awesome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751636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Consolas"/>
              </a:rPr>
              <a:t>https://github.com/flagos-ai/awesome-LLM-driven-kernel-generation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Insight · merged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
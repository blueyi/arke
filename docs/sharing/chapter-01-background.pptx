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CHAPTER 01 ·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EAF2FA"/>
                </a:solidFill>
                <a:latin typeface="Microsoft YaHei"/>
              </a:rPr>
              <a:t>为什么需要这份洞察？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9FB5C9"/>
                </a:solidFill>
                <a:latin typeface="Microsoft YaHei"/>
              </a:rPr>
              <a:t>AI 原生算子生成与调优正在从“写代码”走向“做决策 + 可验证闭环”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本章大纲（我们要解释的 4 件事）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43891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09728" cy="43891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00584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为什么“现在”必须做系统洞察（硬件×工作负载×工程）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传统路径的失效点：人写/规则/纯 autotune/LLM 直写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我们如何评估方案：正确性/性能/成本/可迁移/可运营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洞察输出：用案例证据抽象出趋势→进展→难题→构建方案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Why Now：三重驱动导致“kernel 规模化危机”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703320" cy="73152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Microsoft YaHei"/>
              </a:rPr>
              <a:t>硬件异构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31546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SIMT → SIMD → 多类 NPU / DSA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代际更快，优化碎片化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同一算子：不同硬件要不同策略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2880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828800"/>
            <a:ext cx="3703320" cy="73152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05740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2C55C"/>
                </a:solidFill>
                <a:latin typeface="Microsoft YaHei"/>
              </a:rPr>
              <a:t>工作负载复杂化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606040"/>
            <a:ext cx="31546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Attention/MLA/GQA/MoE 成为主战场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融合组合爆炸（L2/L3）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动态 shape 常态化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82880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1828800"/>
            <a:ext cx="3703320" cy="73152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205740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F6E6E"/>
                </a:solidFill>
                <a:latin typeface="Microsoft YaHei"/>
              </a:rPr>
              <a:t>工程成本结构变化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606040"/>
            <a:ext cx="31546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专家稀缺，需求倍增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验证/回归成本上升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“写一个 kernel”→“维护一个生态”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406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53212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结论：kernel 优化从“单点手艺活”变成“规模化系统工程”，必须用可验证闭环与可迁移知识资产承载。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传统路径的失效点：4 类基线各自卡住什么？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9728" cy="150876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8D1B8"/>
                </a:solidFill>
                <a:latin typeface="Microsoft YaHei"/>
              </a:rPr>
              <a:t>人工手写/调优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不可扩展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专家稀缺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回归维护难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109728" cy="150876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2C55C"/>
                </a:solidFill>
                <a:latin typeface="Microsoft YaHei"/>
              </a:rPr>
              <a:t>纯 autotune / heuristics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搜索空间爆炸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启发式难泛化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缺“知识注入”接口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109728" cy="150876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01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6E6E"/>
                </a:solidFill>
                <a:latin typeface="Microsoft YaHei"/>
              </a:rPr>
              <a:t>LLM 直写 Triton/CUDA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正确性不稳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token 成本高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调试链路长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4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20440"/>
            <a:ext cx="109728" cy="150876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301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AB8FF"/>
                </a:solidFill>
                <a:latin typeface="Microsoft YaHei"/>
              </a:rPr>
              <a:t>库/编译器黑盒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2336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长尾覆盖差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不可解释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7AB8FF"/>
                </a:solidFill>
                <a:latin typeface="Microsoft YaHei"/>
              </a:rPr>
              <a:t>▸ </a:t>
            </a:r>
            <a:r>
              <a:rPr sz="1200">
                <a:solidFill>
                  <a:srgbClr val="EAF2FA"/>
                </a:solidFill>
                <a:latin typeface="Microsoft YaHei"/>
              </a:rPr>
              <a:t>跨硬件/定制受限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03520"/>
            <a:ext cx="11109960" cy="105156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洞察价值：把“如何规模化产出/验证/沉淀 kernel”抽象成通用机制，而不是某个技巧。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接下来：用 7 个业界系统案例，提炼正在收敛的趋势与尚未解决的难题。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评估维度：一个“可落地”的系统必须同时满足什么？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9728" cy="14173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Consolas"/>
              </a:rPr>
              <a:t>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编译通过 + 数值一致 + 回归可测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8288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828800"/>
            <a:ext cx="109728" cy="14173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19659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C55C"/>
                </a:solidFill>
                <a:latin typeface="Consolas"/>
              </a:rP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3774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接近 roofline / vendor library，且方差可控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18288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8" y="1828800"/>
            <a:ext cx="109728" cy="14173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8" y="19659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6E6E"/>
                </a:solidFill>
                <a:latin typeface="Consolas"/>
              </a:rPr>
              <a:t>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8" y="23774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token / compile / profile 预算可控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290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29000"/>
            <a:ext cx="109728" cy="14173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AB8FF"/>
                </a:solidFill>
                <a:latin typeface="Consolas"/>
              </a:rPr>
              <a:t>Generality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776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动态 shape + 多算子组合 + 多场景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4290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3429000"/>
            <a:ext cx="109728" cy="14173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1999" y="35661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Consolas"/>
              </a:rPr>
              <a:t>Portability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39776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跨硬件（NVIDIA/Ascend/AMD…）策略可迁移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8" y="34290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8" y="3429000"/>
            <a:ext cx="109728" cy="14173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8" y="356616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C55C"/>
                </a:solidFill>
                <a:latin typeface="Consolas"/>
              </a:rPr>
              <a:t>Operability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8" y="397764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FB5C9"/>
                </a:solidFill>
                <a:latin typeface="Microsoft YaHei"/>
              </a:rPr>
              <a:t>可观测、可回滚、可复现、可审计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9496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321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这些维度将作为后续“案例趋势 → 难题 → Arke 对齐”的统一坐标系。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洞察的输出形态：从案例证据到可构建的技术路线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4480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09728" cy="448056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0058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先看案例：KernelEvolve / KernelAgent / AutoKernel / K-Search / AVO / CuTeGen / KernelGen-LM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再抽象趋势：search 化、工具化、硬件信号化、稳定抽象层、知识注入与沉淀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再总结进展：哪些机制已被证明有效（可复现的工程模式）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再总结难题：哪些问题仍缺“体系化解决”（策略资产化、跨硬件迁移、动态 shape 等）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最后引出构建：用语言/IR/工具链/agent 四件套把优势固化、把难题逐条击穿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Next：进入业界案例（7 个系统）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0515600" cy="4114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Microsoft YaHei"/>
              </a:rPr>
              <a:t>下一章将逐一拆解 7 个 LLM-driven kernel 系统：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10058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KernelEvolve · KernelAgent · AutoKernel · K-Search · AVO · CuTeGen · KernelGen-LM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每方案：技术架构图 + 关键技术特征 + 与 Arke 的对照点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之后：提炼共性进展 &amp; 关键难题，为 Arke 设计对齐铺垫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Insight Deck · Chapter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
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AI-NATIVE COMPILE STACK · TECH 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AF2FA"/>
                </a:solidFill>
                <a:latin typeface="Microsoft YaHei"/>
              </a:rPr>
              <a:t>AI 原生算子编译栈的「四件套」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8D1B8"/>
                </a:solidFill>
                <a:latin typeface="Microsoft YaHei"/>
              </a:rPr>
              <a:t>Language × IR × Compiler Toolchain ×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9FB5C9"/>
                </a:solidFill>
                <a:latin typeface="Microsoft YaHei"/>
              </a:rPr>
              <a:t>构建策略、必要性与工程权衡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AF2FA"/>
                </a:solidFill>
                <a:latin typeface="Microsoft YaHei"/>
              </a:rPr>
              <a:t>从「让 LLM 写代码」到「让 LLM 做决策」—— 一套让 LLM 在有界动作空间中探索、编译器负责验证的 AI-Native 基础设施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讨论焦点  ·  Language / IR / Compiler Toolchain / Agent 四件套的构建必要性、设计取舍与未来展开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案例参照  ·  Arke Project · 45 ops · OT0–OT4 · BL1–BL6 · Triton → MLIR → LLVM 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本次分享地图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背景：AI 编程编译的范式迁移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157984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为什么「四件套」不是可选项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件套一 · Language：AI-Native DSL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843784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构建策略 / 必要性 / 技术讨论点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0040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101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27355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件套二 · IR：多层 LLM-Native 中间表示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529584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L4 Semantic → L1 Instruction 的职责解耦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8620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959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95935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件套三 · Compiler Toolchain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215384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OpRegistry × Pass Pipeline × 三级验证器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7200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6817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64515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件套四 · Agent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901184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有界动作空间 × 工具协议 × Rationale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25780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3675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3095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贯通：四件套如何协同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5586984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Benchmark 驱动 · 跨硬件泛化 · 开放讨论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AI 时代算子开发的结构性拐点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78308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007" y="1783080"/>
            <a:ext cx="365760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011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8D1B8"/>
                </a:solidFill>
                <a:latin typeface="Microsoft YaHei"/>
              </a:rPr>
              <a:t>硬件膨胀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260604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NVIDIA SIMT / Ascend · AMD · NPU / DSA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架构维度持续扩张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「一套代码一套调优」 成本不可承受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047" y="178308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047" y="1783080"/>
            <a:ext cx="365760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2011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2C55C"/>
                </a:solidFill>
                <a:latin typeface="Microsoft YaHei"/>
              </a:rPr>
              <a:t>算子复杂化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260604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FlashAttention · GQA · MLA · RoPE / YaRN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Fused Compound · 动态 shape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传统 Triton / CUDA 人写人调成为瓶颈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6087" y="178308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6087" y="1783080"/>
            <a:ext cx="3657600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011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F6E6E"/>
                </a:solidFill>
                <a:latin typeface="Microsoft YaHei"/>
              </a:rPr>
              <a:t>LLM 直写失灵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407" y="260604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正确率 83% vs 结构化 100%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~3500 tokens / 迭代 · 幻觉 · 调试链路长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性能方差大 · 决策不可解释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4924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方向性共识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742432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AF2FA"/>
                </a:solidFill>
                <a:latin typeface="Microsoft YaHei"/>
              </a:rPr>
              <a:t>AI 时代的编译基础设施不是「一个更强的编译器」，而是一套让 LLM 以「决策者」身份、让编译器以「验证者」身份协同工作的完整栈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四件套：把「AI 原生编译栈」拆成可独立演进的四块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147" y="17830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1783080"/>
            <a:ext cx="269748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1965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8D1B8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377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AF2FA"/>
                </a:solidFill>
                <a:latin typeface="Microsoft YaHei"/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7889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AI 友好 DSL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3747" y="3154680"/>
            <a:ext cx="731520" cy="13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747" y="329184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语义 / 策略分离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算子级抽象 · 符号 shape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Token 最小化入口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9787" y="17830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9787" y="1783080"/>
            <a:ext cx="269748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8387" y="1965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2C55C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8387" y="2377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AF2FA"/>
                </a:solidFill>
                <a:latin typeface="Microsoft YaHei"/>
              </a:rPr>
              <a:t>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8387" y="27889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多层 LLM-Native 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8387" y="3154680"/>
            <a:ext cx="731520" cy="1300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8387" y="329184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L4 Semantic · L3 Strategy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L2 Schedule · L1 Instruction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按 LLM 参与度分层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17830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4427" y="1783080"/>
            <a:ext cx="2697480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1965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7AB8FF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027" y="2377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AF2FA"/>
                </a:solidFill>
                <a:latin typeface="Microsoft YaHei"/>
              </a:rPr>
              <a:t>Compiler Toolchain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3027" y="27889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OpRegistry + Pass + Verifier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93027" y="3154680"/>
            <a:ext cx="731520" cy="1300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3027" y="329184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算子 / Pass / 后端 可插拔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数据驱动替代 if/elif 地狱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V0 / V1 / V2 三级验证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9067" y="17830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99067" y="1783080"/>
            <a:ext cx="2697480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27667" y="1965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F6E6E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7667" y="2377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AF2FA"/>
                </a:solidFill>
                <a:latin typeface="Microsoft YaHei"/>
              </a:rPr>
              <a:t>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7667" y="27889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有界动作空间 + 协议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27667" y="3154680"/>
            <a:ext cx="731520" cy="1300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27667" y="3291840"/>
            <a:ext cx="22402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Tool-use 结构化 API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Budget · Trajectory · @rationale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Mode A 内置 / Mode B 外部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6072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8704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耦合而解耦  ·  Language ↔ IR 贴近  /  Compiler ↔ IR 贴近  /  Agent 只通过工具协议访问前三者  —— 任何一件变动都可以在界面处被隔离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Microsoft YaHei"/>
              </a:rPr>
              <a:t>件套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EAF2FA"/>
                </a:solidFill>
                <a:latin typeface="Microsoft YaHei"/>
              </a:rPr>
              <a:t>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8D1B8"/>
                </a:solidFill>
                <a:latin typeface="Microsoft YaHei"/>
              </a:rPr>
              <a:t>AI-Native DSL</a:t>
            </a:r>
          </a:p>
        </p:txBody>
      </p:sp>
      <p:sp>
        <p:nvSpPr>
          <p:cNvPr id="6" name="Oval 5"/>
          <p:cNvSpPr/>
          <p:nvPr/>
        </p:nvSpPr>
        <p:spPr>
          <a:xfrm>
            <a:off x="9326880" y="1280160"/>
            <a:ext cx="2103120" cy="2103120"/>
          </a:xfrm>
          <a:prstGeom prst="ellipse">
            <a:avLst/>
          </a:prstGeom>
          <a:solidFill>
            <a:srgbClr val="122A43"/>
          </a:solidFill>
          <a:ln w="254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146304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38D1B8"/>
                </a:solidFill>
                <a:latin typeface="Consola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10515600" cy="1554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931920"/>
            <a:ext cx="128016" cy="15544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议题核心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AF2FA"/>
                </a:solidFill>
                <a:latin typeface="Microsoft YaHei"/>
              </a:rPr>
              <a:t>给 LLM 一个「算子级抽象 × 语义策略分离 × token 最小化」的编程表面 —— 让 LLM 从「写代码」走向「做决策」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必要性 · 为什么必须存在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构建策略 · 如何做对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技术讨论点 · 开放问题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必要性  ·  构建策略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46634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466344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8D1B8"/>
                </a:solidFill>
                <a:latin typeface="Microsoft YaHei"/>
              </a:rPr>
              <a:t>必要性  ·  为什么必须存在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3035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Python / Triton 暴露循环 / 线程 / 地址 → LLM 需同时懂 Python 语义 + CUDA 概念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一个简单 matmul Triton 手写 ~1102 tokens，.ak ~72 tokens  (15×)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9FB5C9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正确率：LLM 直写 Triton ≈ 83%，结构化协议 ≈ 100%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9FB5C9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Token 成本：~3500 tokens / 迭代 难以收敛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9FB5C9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调试链路：错误反馈是编译报错而非结构化 delta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结论：AI 时代必须有一个 LLM 友好的「入口语言」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109728" cy="466344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C55C"/>
                </a:solidFill>
                <a:latin typeface="Microsoft YaHei"/>
              </a:rPr>
              <a:t>构建策略  ·  如何做对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语义 / 策略双段式：kernel { semantics } / strategy { @rationale decisions 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算子级抽象：不做 loop-nest 语言，循环 / 线程 / 显存是编译器的事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Universal Op + 外部 Op Registry：语言不枚举算子，支持任意扩展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符号 shape 一等公民：where B: dynamic(max=64), S: dynamic(max=8192), D: static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@rationale 作为语法一等公民，每个决策强制携带自然语言理由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Token 最小化：新特性（symbolic shape / type inference）必须进一步降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技术讨论点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DSL vs 嵌入式 Python DSL vs 注解式：给 LLM 用的语言，是否必须正则 + 无歧义文法？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8775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15768"/>
            <a:ext cx="457200" cy="45720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157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72491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算子级抽象天花板：什么场景必须暴露 loop / schedule？是否需要 escape hatch？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9242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520440"/>
            <a:ext cx="457200" cy="45720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条件策略（when / otherwise）：应放在 Language 表达还是 Strategy 表达？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9709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325112"/>
            <a:ext cx="457200" cy="45720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25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334256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多入口（.ak / 自然语言 / Python API）的 LLM 友好度与 token 成本如何量化对比？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0176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5129784"/>
            <a:ext cx="457200" cy="457200"/>
          </a:xfrm>
          <a:prstGeom prst="ellipse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97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13892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Language 演进（v2 where / tuple / type inference）如何保证不破坏已训练 LLM 的先验？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2C55C"/>
                </a:solidFill>
                <a:latin typeface="Microsoft YaHei"/>
              </a:rPr>
              <a:t>件套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EAF2FA"/>
                </a:solidFill>
                <a:latin typeface="Microsoft YaHei"/>
              </a:rPr>
              <a:t>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2C55C"/>
                </a:solidFill>
                <a:latin typeface="Microsoft YaHei"/>
              </a:rPr>
              <a:t>Multi-Layer LLM-Native IR</a:t>
            </a:r>
          </a:p>
        </p:txBody>
      </p:sp>
      <p:sp>
        <p:nvSpPr>
          <p:cNvPr id="6" name="Oval 5"/>
          <p:cNvSpPr/>
          <p:nvPr/>
        </p:nvSpPr>
        <p:spPr>
          <a:xfrm>
            <a:off x="9326880" y="1280160"/>
            <a:ext cx="2103120" cy="2103120"/>
          </a:xfrm>
          <a:prstGeom prst="ellipse">
            <a:avLst/>
          </a:prstGeom>
          <a:solidFill>
            <a:srgbClr val="122A43"/>
          </a:solidFill>
          <a:ln w="254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146304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F2C55C"/>
                </a:solidFill>
                <a:latin typeface="Consola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10515600" cy="1554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931920"/>
            <a:ext cx="128016" cy="155448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2C55C"/>
                </a:solidFill>
                <a:latin typeface="Microsoft YaHei"/>
              </a:rPr>
              <a:t>议题核心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AF2FA"/>
                </a:solidFill>
                <a:latin typeface="Microsoft YaHei"/>
              </a:rPr>
              <a:t>把「算什么 / 怎么优化 / 怎么调度 / 怎么成指令」按 LLM 参与度分为 4 层 —— 每一层只做一件事，每一层都有清晰的验证责任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必要性 · 为什么必须存在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构建策略 · 如何做对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技术讨论点 · 开放问题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03 ·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必要性  ·  构建策略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46634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466344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C55C"/>
                </a:solidFill>
                <a:latin typeface="Microsoft YaHei"/>
              </a:rPr>
              <a:t>必要性  ·  为什么必须存在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3035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MLIR / LLVM IR 为编译器工程师而设计：C++ / TableGen / dialect 爆炸 / SSA 心智负担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单层 IR 混合「算什么 / 怎么调度 / 指令怎么排」，LLM 决策粒度被混淆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动态 shape 外挂（Python 侧 shape 信息 / 运行时 guard）与编译期分析割裂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现状：算子知识散落在 6 个文件、~3000 行冗余；加 1 op 要改 6 处；shape 推断 401 行 if/elif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结论：需要为 LLM 设计一套多层、算法无关、可序列化的 IR —— LLM-Native 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109728" cy="466344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C55C"/>
                </a:solidFill>
                <a:latin typeface="Microsoft YaHei"/>
              </a:rPr>
              <a:t>构建策略  ·  如何做对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四层 IR · 按 LLM 参与度分层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9FB5C9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L4 SemanticIR · LLM 主作者 · 不可变 · SSA by construction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9FB5C9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L3 StrategyIR · LLM 主决策者 · 可搜索 / 可回滚 · L1/L2/L3 决策级别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9FB5C9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L2 ScheduleIR · LLM 仅 review · thread / block / warp / vector 映射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9FB5C9"/>
                </a:solidFill>
                <a:latin typeface="Microsoft YaHei"/>
              </a:rPr>
              <a:t>·  </a:t>
            </a:r>
            <a:r>
              <a:rPr sz="1200">
                <a:solidFill>
                  <a:srgbClr val="9FB5C9"/>
                </a:solidFill>
                <a:latin typeface="Microsoft YaHei"/>
              </a:rPr>
              <a:t>L1 InstructionIR · LLM 不介入 · 近 LLVM IR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JSON 是序列化格式，不是 IR —— IR 以类型化对象存在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算法无关 · 节点 / 边 / 决策原语通用；具体算子由 Op Registry 注入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MLIR / LLVM 作为后端而非依赖：可经 linalg / transform / scf / gpu 下降，也可直接 emit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03 ·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技术讨论点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为什么是 4 层？「LLM 参与度」能否作为分层的一等依据？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8775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15768"/>
            <a:ext cx="457200" cy="457200"/>
          </a:xfrm>
          <a:prstGeom prst="ellipse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157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72491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StrategyIR L1/L2/L3 决策在 Triton 天花板下能否全部表达？何时必须切 MLIR？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9242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520440"/>
            <a:ext cx="457200" cy="457200"/>
          </a:xfrm>
          <a:prstGeom prst="ellipse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符号维度（M / seq_len）如何在四层之间一致传播？约束求解放在哪一层？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9709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325112"/>
            <a:ext cx="457200" cy="457200"/>
          </a:xfrm>
          <a:prstGeom prst="ellipse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25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334256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ConditionalNode vs 任意 CFG：AI 生成的 kernel 是否永远不需要 goto 式控制流？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0176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5129784"/>
            <a:ext cx="457200" cy="457200"/>
          </a:xfrm>
          <a:prstGeom prst="ellipse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97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13892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多后端共存时，IR 的「可 lower 性」如何不被单一后端绑架？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AB8FF"/>
                </a:solidFill>
                <a:latin typeface="Microsoft YaHei"/>
              </a:rPr>
              <a:t>件套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EAF2FA"/>
                </a:solidFill>
                <a:latin typeface="Microsoft YaHei"/>
              </a:rPr>
              <a:t>Compiler 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7AB8FF"/>
                </a:solidFill>
                <a:latin typeface="Microsoft YaHei"/>
              </a:rPr>
              <a:t>OpRegistry × Pass × Verifier</a:t>
            </a:r>
          </a:p>
        </p:txBody>
      </p:sp>
      <p:sp>
        <p:nvSpPr>
          <p:cNvPr id="6" name="Oval 5"/>
          <p:cNvSpPr/>
          <p:nvPr/>
        </p:nvSpPr>
        <p:spPr>
          <a:xfrm>
            <a:off x="9326880" y="1280160"/>
            <a:ext cx="2103120" cy="2103120"/>
          </a:xfrm>
          <a:prstGeom prst="ellipse">
            <a:avLst/>
          </a:prstGeom>
          <a:solidFill>
            <a:srgbClr val="122A43"/>
          </a:solidFill>
          <a:ln w="254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146304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7AB8FF"/>
                </a:solidFill>
                <a:latin typeface="Consola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10515600" cy="1554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931920"/>
            <a:ext cx="128016" cy="15544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B8FF"/>
                </a:solidFill>
                <a:latin typeface="Microsoft YaHei"/>
              </a:rPr>
              <a:t>议题核心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AF2FA"/>
                </a:solidFill>
                <a:latin typeface="Microsoft YaHei"/>
              </a:rPr>
              <a:t>把「算子 / Pass / 后端」从硬编码变成数据驱动 —— 让「加一个算子 / 换一个后端」不再是重写，而是注册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必要性 · 为什么必须存在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构建策略 · 如何做对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技术讨论点 · 开放问题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04 · Compiler Toolchain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必要性  ·  构建策略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46634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466344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AB8FF"/>
                </a:solidFill>
                <a:latin typeface="Microsoft YaHei"/>
              </a:rPr>
              <a:t>必要性  ·  为什么必须存在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3035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反面教材：加一个算子改 6 处 · shape 推断 401 行 if/elif · 45 个手写 NumPy 参考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编译器如果又优化又下降又 codegen，会侵蚀 LLM 的决策空间并稀释正确性保证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Pass 逻辑串行耦合 · 无 pre/post condition · 无 analysis cache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后端切换（Triton → MLIR → LLVM）没有统一协议，target routing 靠 if/elif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结论：工具链必须从「硬编码」走向「数据驱动 · 可插拔 · 可度量」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109728" cy="466344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C55C"/>
                </a:solidFill>
                <a:latin typeface="Microsoft YaHei"/>
              </a:rPr>
              <a:t>构建策略  ·  如何做对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OpRegistry as Single Source of Truth · shape rule / template / reference / input gen / strategy 派生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Pass Infrastructure · Pass 协议 + Pipeline + PassContext · Analysis / Transform / Verification 三族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SemanticInterpreter · 用 PyTorch eager 执行 IR graph，替代 45 个手写 NumPy 参考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ShapeInferenceEngine · 声明式规则替代 401 行 if/elif 链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Backend Abstraction + BackendRegistry · Triton / MLIR / LLVM 同一协议 · target routing 注册中心化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Compiler-as-Verifier · V0 &lt;1ms 静态 / V1 数值对参考 / V2 HW 真实 profile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Checkpoint / Rollback · 门禁顺序 Function ▸ Accuracy ▸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04 · Compiler Toolchain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技术讨论点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「编译器不优化只验证」这条线能否贯穿到 LLVM IR 层？哪里必须编译器自己做（如 regalloc）？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8775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15768"/>
            <a:ext cx="457200" cy="457200"/>
          </a:xfrm>
          <a:prstGeom prst="ellipse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157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72491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OpRegistry 边界：硬件特化 variant 写进 Registry 还是下沉到 Backend？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9242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520440"/>
            <a:ext cx="457200" cy="457200"/>
          </a:xfrm>
          <a:prstGeom prst="ellipse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V0 &lt;1ms 如何工程化保证？是否需要再加 L0 类型 / 语法层的即时反馈？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9709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325112"/>
            <a:ext cx="457200" cy="457200"/>
          </a:xfrm>
          <a:prstGeom prst="ellipse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25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334256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Pass 依赖与可重入性：Analysis 结果缓存失效？pre/post-condition 是否应编译期检查？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0176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5129784"/>
            <a:ext cx="457200" cy="457200"/>
          </a:xfrm>
          <a:prstGeom prst="ellipse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97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13892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Triton 抽象天花板具体卡在哪些决策上？何时切 MLIR？何时直出 LLVM？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F6E6E"/>
                </a:solidFill>
                <a:latin typeface="Microsoft YaHei"/>
              </a:rPr>
              <a:t>件套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EAF2FA"/>
                </a:solidFill>
                <a:latin typeface="Microsoft YaHei"/>
              </a:rPr>
              <a:t>Agent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F6E6E"/>
                </a:solidFill>
                <a:latin typeface="Microsoft YaHei"/>
              </a:rPr>
              <a:t>Bounded Action × Tool Protocol</a:t>
            </a:r>
          </a:p>
        </p:txBody>
      </p:sp>
      <p:sp>
        <p:nvSpPr>
          <p:cNvPr id="6" name="Oval 5"/>
          <p:cNvSpPr/>
          <p:nvPr/>
        </p:nvSpPr>
        <p:spPr>
          <a:xfrm>
            <a:off x="9326880" y="1280160"/>
            <a:ext cx="2103120" cy="2103120"/>
          </a:xfrm>
          <a:prstGeom prst="ellipse">
            <a:avLst/>
          </a:prstGeom>
          <a:solidFill>
            <a:srgbClr val="122A43"/>
          </a:solidFill>
          <a:ln w="254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146304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EF6E6E"/>
                </a:solidFill>
                <a:latin typeface="Consola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10515600" cy="1554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931920"/>
            <a:ext cx="128016" cy="155448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6E6E"/>
                </a:solidFill>
                <a:latin typeface="Microsoft YaHei"/>
              </a:rPr>
              <a:t>议题核心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AF2FA"/>
                </a:solidFill>
                <a:latin typeface="Microsoft YaHei"/>
              </a:rPr>
              <a:t>把 LLM 从「自由文本生成器」约束成「可审计 / 可回放 / 可学习」的优化决策者 —— 有界动作空间 + 结构化协议 + 预算治理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必要性 · 为什么必须存在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构建策略 · 如何做对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5669280"/>
            <a:ext cx="3383280" cy="54864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5715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AF2FA"/>
                </a:solidFill>
                <a:latin typeface="Microsoft YaHei"/>
              </a:rPr>
              <a:t>技术讨论点 · 开放问题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05 ·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必要性  ·  构建策略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77840" cy="46634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466344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F6E6E"/>
                </a:solidFill>
                <a:latin typeface="Microsoft YaHei"/>
              </a:rPr>
              <a:t>必要性  ·  为什么必须存在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3035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LLM 三病 · 幻觉代码 / 上下文爆炸 / 决策不可追溯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自由文本生成 token 经济学不可持续：~3500 tokens/迭代 × 数十轮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即便 LLM 能力提升，「无界生成 + 事后 diff」模型无法提供审计 / 回放 / 迁移能力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外部 Agent（Cursor / Claude Code）已具 LLM 能力，缺的是结构化工具协议 + 身份注入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结论：Agent 必须被工程化为「有界动作空间 + 结构化协议 + 预算治理」的系统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109728" cy="466344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C55C"/>
                </a:solidFill>
                <a:latin typeface="Microsoft YaHei"/>
              </a:rPr>
              <a:t>构建策略  ·  如何做对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Bounded Action Space · LLM 只从编译器枚举的合法动作中选，不生成自由代码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Tool-Use 协议 · analyze_compute / list_legal_actions / apply_decision / verify / profile / checkpoint / rollback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双模集成 · Mode A 内置 (CLI / Python API) / Mode B 外部 (Cursor · Claude Code · OpenClaw)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Budget 管理 · decisions / compiles 分开计数 · 实时回注到 tool_result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Context 工程 · 分段 Prompt Cache (Role / HW / Kernel / Strategy) · 50 轮节省 ~176K tokens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AsyncGenerator 优化循环 · typed OptimizationEvent · 流式 + 可取消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@rationale 沉淀为 trajectory JSONL · 跨硬件迁移与回放的燃料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05 ·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技术讨论点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Bounded Action Space 的宽窄：太窄（LLM 被困）vs 太宽（幻觉回潮）—— 能否量化调优？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8775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15768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157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72491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预算设计：按 decision / compile / token 哪个是第一性的？三者如何组合？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9242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52044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长会话 Compact 如何不破坏优化连续性？短期记忆 vs 长期知识库如何分层？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9709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325112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25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334256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@rationale 能否跨硬件真正迁移？Phase 2 目标 ≥10% cross-arch lift —— 如何设计证伪实验？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0176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5129784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97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13892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Agent 自主化（kernel-only → 自动 strategy + 自动 3 轮 compile→profile→adjust）可靠性边界？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80644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934456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9344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Microsoft YaHei"/>
              </a:rPr>
              <a:t>Q6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943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当 LLM 能力年年提升，Bounded Action Space 是否会变成枷锁？什么情况下放宽？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06 · 贯通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四件套如何协同 —— 一张职责矩阵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件套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1051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承载物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1051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对 AI 原生的贡献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105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与其它件套的接口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40280"/>
            <a:ext cx="10515600" cy="88696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240280"/>
            <a:ext cx="109728" cy="886968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8D1B8"/>
                </a:solidFill>
                <a:latin typeface="Microsoft YaHei"/>
              </a:rPr>
              <a:t>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468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.ak v2 · where · tuple · @rationale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688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句法层 token 最小化与语义显式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parse → SemanticIR L4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00400"/>
            <a:ext cx="10515600" cy="88696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200400"/>
            <a:ext cx="109728" cy="886968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290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C55C"/>
                </a:solidFill>
                <a:latin typeface="Microsoft YaHei"/>
              </a:rPr>
              <a:t>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4290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L4 / L3 / L2 / L1 · 符号维度贯穿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429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按 LLM 参与度解耦责任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Strategy 决策空间喂给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60520"/>
            <a:ext cx="10515600" cy="88696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160520"/>
            <a:ext cx="109728" cy="886968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7AB8FF"/>
                </a:solidFill>
                <a:latin typeface="Microsoft YaHei"/>
              </a:rPr>
              <a:t>Compiler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389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OpRegistry · Pass · Backend · Verifier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3891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从硬编码到数据驱动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89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Verifier 回注给 Agent / Pass 操作 IR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120640"/>
            <a:ext cx="10515600" cy="886968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120640"/>
            <a:ext cx="109728" cy="886968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F6E6E"/>
                </a:solidFill>
                <a:latin typeface="Microsoft YaHei"/>
              </a:rPr>
              <a:t>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3492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Tools · Budget · Trajectory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53492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有界决策 · 可审计 · 可回放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349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仅通过工具协议访问 IR / Compiler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06 · 贯通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三级验证 V0 / V1 / V2 在四件套中的归属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3727" y="182880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727" y="1828800"/>
            <a:ext cx="3566160" cy="9144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20574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8D1B8"/>
                </a:solidFill>
                <a:latin typeface="Microsoft YaHei"/>
              </a:rPr>
              <a:t>V0  静态验证  &lt;1ms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743200"/>
            <a:ext cx="30175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类型 · Shape · SSA · HW Constraint 即时剪枝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047" y="4937760"/>
            <a:ext cx="3017520" cy="45720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047" y="4937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归属 · IR +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767" y="182880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2767" y="1828800"/>
            <a:ext cx="3566160" cy="9144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7087" y="20574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2C55C"/>
                </a:solidFill>
                <a:latin typeface="Microsoft YaHei"/>
              </a:rPr>
              <a:t>V1  数值验证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2743200"/>
            <a:ext cx="30175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SemanticInterpreter + Op Registry 逐 op 对参考实现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7087" y="4937760"/>
            <a:ext cx="3017520" cy="45720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7087" y="4937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2C55C"/>
                </a:solidFill>
                <a:latin typeface="Microsoft YaHei"/>
              </a:rPr>
              <a:t>归属 · Compiler Toolchain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807" y="182880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1807" y="1828800"/>
            <a:ext cx="3566160" cy="9144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6127" y="20574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AB8FF"/>
                </a:solidFill>
                <a:latin typeface="Microsoft YaHei"/>
              </a:rPr>
              <a:t>V2  硬件性能验证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6127" y="2743200"/>
            <a:ext cx="30175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真实 compile + profile + 对比 P0~P5 多级 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6127" y="4937760"/>
            <a:ext cx="3017520" cy="457200"/>
          </a:xfrm>
          <a:prstGeom prst="roundRect">
            <a:avLst>
              <a:gd name="adj" fmla="val 30000"/>
            </a:avLst>
          </a:prstGeom>
          <a:solidFill>
            <a:srgbClr val="183553"/>
          </a:solidFill>
          <a:ln w="9525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6127" y="4937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7AB8FF"/>
                </a:solidFill>
                <a:latin typeface="Microsoft YaHei"/>
              </a:rPr>
              <a:t>归属 · Backend + Benchmark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943600"/>
            <a:ext cx="1051560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6016752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AF2FA"/>
                </a:solidFill>
                <a:latin typeface="Microsoft YaHei"/>
              </a:rPr>
              <a:t>门禁顺序 · Function ▸ Accuracy ▸ Performance  —— 让 LLM「大胆试、安全退」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06 · 贯通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Benchmark 驱动 · Gate 把架构锁到可度量的坐标上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OT × ST → BL × L  坐标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0515600" cy="4114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868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58568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BL × 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2585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关键指标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5856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对应四件套演进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9748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7063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G2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77063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Consolas"/>
              </a:rPr>
              <a:t>BL1 × 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706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matmul ≥ 70% cuBLAS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706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语言 + IR MVP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0040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7355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G3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27355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Consolas"/>
              </a:rPr>
              <a:t>BL1 × L1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735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matmul ≥ 100% cuBLAS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273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Agent 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0332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7647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G5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7764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Consolas"/>
              </a:rPr>
              <a:t>BL3 × L1 + BL6/GPT-2 × 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7764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GPT-2 top-1 正确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776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端到端模型跑通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20624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7939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G6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27939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Consolas"/>
              </a:rPr>
              <a:t>BL4 × L1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2793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45 ops 正确 + ≥ 1.00× 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2793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编译栈基础设施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70916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78231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G7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478231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Consolas"/>
              </a:rPr>
              <a:t>BL5 × L1+L2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7823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OT0–4 × ST1–4 + 4 融合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7823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Lang / IR v2 + 融合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21208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28523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G8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528523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Consolas"/>
              </a:rPr>
              <a:t>BL5 继承 + BL6 × L3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2852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LLaMA-2 ≥ 0.90× · DS-V2 ≥ 0.85×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2852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Agent 自主化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71500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78815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G9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3080" y="578815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Consolas"/>
              </a:rPr>
              <a:t>BL6 × L3 (4 模型)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57881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Qwen ≥ 0.90× · Arke ≥ 1.05× P5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57881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Phase 1 v1.0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06 · 贯通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Token 经济学  ·  为什么「让 LLM 做决策」比「让 LLM 写代码」便宜一个量级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0515600" cy="57607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AF2FA"/>
                </a:solidFill>
                <a:latin typeface="Microsoft YaHei"/>
              </a:rPr>
              <a:t>.ak  (kernel 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075688"/>
            <a:ext cx="430149" cy="274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2109" y="20574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Consolas"/>
              </a:rPr>
              <a:t>72  ·  1×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57607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15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AF2FA"/>
                </a:solidFill>
                <a:latin typeface="Microsoft YaHei"/>
              </a:rPr>
              <a:t>.ak  (kernel + strategy)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761488"/>
            <a:ext cx="955888" cy="274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7848" y="2743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Consolas"/>
              </a:rPr>
              <a:t>160  ·  2×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91840"/>
            <a:ext cx="10515600" cy="57607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015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AF2FA"/>
                </a:solidFill>
                <a:latin typeface="Microsoft YaHei"/>
              </a:rPr>
              <a:t>LLM direct-write Triton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447288"/>
            <a:ext cx="3363531" cy="2743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5491" y="34290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Consolas"/>
              </a:rPr>
              <a:t>563  ·  8×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77640"/>
            <a:ext cx="10515600" cy="57607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873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AF2FA"/>
                </a:solidFill>
                <a:latin typeface="Microsoft YaHei"/>
              </a:rPr>
              <a:t>Hand-tuned Triton (autotuned)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4133088"/>
            <a:ext cx="6583680" cy="2743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5640" y="4114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Consolas"/>
              </a:rPr>
              <a:t>1102  ·  15×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2920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66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864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每次优化决策 ~10 tokens（结构化 action），不是 ~500 tokens（代码重写）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编译器确定性验证替代多轮「修 bug」对话 → 每迭代从 ~3500 tokens 压到 ~500 tokens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50 轮会话 · 分段 prompt cache 实测节省 ~176K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06 · 贯通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路线图  ·  四件套与多后端同步演进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9418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28016" cy="94183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8D1B8"/>
                </a:solidFill>
                <a:latin typeface="Microsoft YaHe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38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2FA"/>
                </a:solidFill>
                <a:latin typeface="Microsoft YaHei"/>
              </a:rPr>
              <a:t>Arke → Triton → NVIDIA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3852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SIMT MVP  ✅  S6–S9 v1.0 推进中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3172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D1B8"/>
                </a:solidFill>
                <a:latin typeface="Microsoft YaHei"/>
              </a:rPr>
              <a:t>→  语言 v2 · IR 四层 · 编译栈 · Agent 自主化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07792"/>
            <a:ext cx="10515600" cy="9418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907792"/>
            <a:ext cx="128016" cy="94183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2C55C"/>
                </a:solidFill>
                <a:latin typeface="Microsoft YaHe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17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2FA"/>
                </a:solidFill>
                <a:latin typeface="Microsoft YaHei"/>
              </a:rPr>
              <a:t>Arke → Ascend Triton / NPU 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017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SIMD 泛化 · Cat B/D/E 完备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41071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D1B8"/>
                </a:solidFill>
                <a:latin typeface="Microsoft YaHei"/>
              </a:rPr>
              <a:t>→  @rationale 跨架构迁移验证  ≥10% lift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86784"/>
            <a:ext cx="10515600" cy="9418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986784"/>
            <a:ext cx="128016" cy="94183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965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AB8FF"/>
                </a:solidFill>
                <a:latin typeface="Microsoft YaHe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0965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2FA"/>
                </a:solidFill>
                <a:latin typeface="Microsoft YaHei"/>
              </a:rPr>
              <a:t>Arke → MLIR Dialect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09651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Triton 天花板拆除 · L2 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489704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D1B8"/>
                </a:solidFill>
                <a:latin typeface="Microsoft YaHei"/>
              </a:rPr>
              <a:t>→  Agent 进入 loop-nest / memory layout 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065776"/>
            <a:ext cx="10515600" cy="9418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065776"/>
            <a:ext cx="128016" cy="94183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7550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F6E6E"/>
                </a:solidFill>
                <a:latin typeface="Microsoft YaHei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1755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2FA"/>
                </a:solidFill>
                <a:latin typeface="Microsoft YaHei"/>
              </a:rPr>
              <a:t>Arke → LLVM 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175504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100% 硬件完整度 · 3+ 后端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56869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D1B8"/>
                </a:solidFill>
                <a:latin typeface="Microsoft YaHei"/>
              </a:rPr>
              <a:t>→  Agent L3 决策：寄存器 / barrier / 指令调度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Microsoft YaHe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EAF2FA"/>
                </a:solidFill>
                <a:latin typeface="Microsoft YaHei"/>
              </a:rP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91840"/>
            <a:ext cx="5212080" cy="1051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291840"/>
            <a:ext cx="109728" cy="10515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从零开始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4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你会先建四件套里的哪一件？为什么？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1051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291840"/>
            <a:ext cx="109728" cy="10515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动作粒度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4904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Bounded Action Space 在 Triton→MLIR→LLVM 各阶段如何动态扩张？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80560"/>
            <a:ext cx="5212080" cy="1051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480560"/>
            <a:ext cx="109728" cy="10515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验证投入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V0 / V1 / V2 哪一级最值得重仓？哪一级最容易被过度工程？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480560"/>
            <a:ext cx="5212080" cy="1051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109728" cy="10515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6177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知识沉淀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F2FA"/>
                </a:solidFill>
                <a:latin typeface="Microsoft YaHei"/>
              </a:rPr>
              <a:t>@rationale 应该是检索式 / RAG / 微调？如何真正形成跨硬件知识库？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AI-Native Compile Stack  ·  Language × IR × Compiler × Agent  ·  案例参照 Arke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
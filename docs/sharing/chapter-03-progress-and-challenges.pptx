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从 7 个方案抽象：好进展 &amp; 关键难题清单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44805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AF2FA"/>
                </a:solidFill>
                <a:latin typeface="Microsoft YaHei"/>
              </a:rPr>
              <a:t>目标：把“案例证据”抽象成可执行的技术问题列表，为下一章 Arke 对齐与 TODO 做输入。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输入：KernelEvolve / KernelAgent / AutoKernel / K-Search / AVO / CuTeGen / KernelGen-LM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1：已被证实有效的工程模式（可复用）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2：仍未体系化解决的难题（H1–H10）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400">
                <a:solidFill>
                  <a:srgbClr val="EAF2FA"/>
                </a:solidFill>
                <a:latin typeface="Microsoft YaHei"/>
              </a:rPr>
              <a:t>输出 3：面向目标态的能力清单（能力缺口 = TODO）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好进展（What’s working）：业界已验证有效的 8 个模式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75488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6070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P1  从 one-shot 走向 search / evolve / autoresearch（规模化探索是必须）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P2  验证门禁成为共识：compile → correctness → performance 的 gated loop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P3  硬件信号进入 loop：NCU / roofline / metrics 驱动优化方向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P4  并行探索 + early-win：multi-worker 显著提高成功率与收敛速度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P5  选择稳定抽象层（Triton / CuTe / DSL）降低迭代难度与幻觉概率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P6  显式知识注入：RAG 硬件手册 / playbook / prompt template 成标配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P7  模型/算子级“目标函数”被工程化：Amdahl 排序、端到端收益可解释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P8  复现与可观测性开始成体系：artifact、trajectory、benchmark 固化流程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关键难题（H1–H5）：结构化表达 × 跨硬件 × 深层控制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策略与实现仍耦合在自由代码里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难审计、难回滚、难迁移；好的策略会被临时编译失败“误杀”。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知识沉淀介质不统一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1576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RAG / 权重 / 模板 / 日志各自为政；跨硬件迁移缺客观度量。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动态 shape 的泛化与性能并存困难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387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shape guard / specialization / cache 策略缺统一抽象。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6168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跨硬件（SIMT↔SIMD）复用成本高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6168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硬件约束差异导致策略重写；需要 target-aware 决策层。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2120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846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Triton 抽象天花板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846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更深层（寄存器/屏障/指令调度）优化难表达。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关键难题（H6–H10）：成本治理 × 规模化落地 × 可控性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2024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92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搜索成本与 token 成本失控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9280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长周期演化（如 7 天）昂贵；缺预算治理与状态压缩规范。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1576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从单 kernel 到模型级自治优化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71576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bottleneck 定位→回灌优化→回归验证 尚未产品化。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2900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评测维度不全导致“假提升”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53872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只看单 kernel latency 会牺牲端到端；需 BL6 类模型级指标。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5196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38912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36168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可组合性与融合边界难题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36168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子图合同/融合边界抽取不稳定；需要语义层合约。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212080"/>
            <a:ext cx="457200" cy="457200"/>
          </a:xfrm>
          <a:prstGeom prst="ellipse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12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B1B2E"/>
                </a:solidFill>
                <a:latin typeface="Consolas"/>
              </a:rPr>
              <a:t>H10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846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AF2FA"/>
                </a:solidFill>
                <a:latin typeface="Microsoft YaHei"/>
              </a:rPr>
              <a:t>安全与可控性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184648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9FB5C9"/>
                </a:solidFill>
                <a:latin typeface="Microsoft YaHei"/>
              </a:rPr>
              <a:t>自由代码生成风险（UB/越界/资源滥用）；需要可验证的动作空间。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从难题反推能力：目标态系统需要具备什么？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75488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能力清单（对应 H1–H10）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515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C1  语义合约层：可组合、可融合、可对拍（解决 H1/H9）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C2  策略资产层：可审计、可回滚、可迁移（解决 H1/H2/H10）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C3  多级验证器：V0 快剪枝 + V1 数值 + V2 性能（解决 H2/H8/H10）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C4  符号维度与动态 shape：推断/约束/特化/缓存统一（解决 H3）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C5  多后端路径：Triton 快迭代 + MLIR/LLVM 深控制（解决 H5）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C6  成本治理：budget / compact / caching（解决 H6）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C7  模型级自治循环：profile bottleneck → optimize → regress（解决 H7/H8）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300">
                <a:solidFill>
                  <a:srgbClr val="EAF2FA"/>
                </a:solidFill>
                <a:latin typeface="Microsoft YaHei"/>
              </a:rPr>
              <a:t>C8  跨硬件知识迁移机制：目标相关策略 + 可度量迁移收益（解决 H4/H2）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Chapter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结论：下一章把 C1–C8 映射到 Arke 四件套，并列出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Arke 作为“AI 原生算子编译栈”，应覆盖 C1–C8 的大部分能力。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凡是当前设计/实现未覆盖或缺验证指标的点，将以 TODO 标注（并给出建议验收方式）。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按 Phase/Gate（BL/OT/ST/L）把能力落到可度量路径上，避免停留在趋势叙事。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AI-Native Compile Stack · 四件套 · 技术分享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